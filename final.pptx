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27BAE3-3EA9-637E-FAAF-CA0174DC239A}" v="892" dt="2025-12-14T17:27:24.041"/>
    <p1510:client id="{4EC034F8-F88F-3A12-77E8-8F14ED3EA187}" v="413" dt="2025-12-14T21:27:23.4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iding in Plain Sight: How Malware Can Be Concealed Using Steganography in  Images?">
            <a:extLst>
              <a:ext uri="{FF2B5EF4-FFF2-40B4-BE49-F238E27FC236}">
                <a16:creationId xmlns:a16="http://schemas.microsoft.com/office/drawing/2014/main" id="{501087FD-4A39-DC7D-51B5-79ECAA5C6E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8551" b="8116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Image-Based Text Steganography Using Basic Python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Youssef sameh</a:t>
            </a:r>
          </a:p>
          <a:p>
            <a:r>
              <a:rPr lang="en-US">
                <a:solidFill>
                  <a:srgbClr val="FFFFFF"/>
                </a:solidFill>
              </a:rPr>
              <a:t>202400436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 descr="TKH Logos">
            <a:extLst>
              <a:ext uri="{FF2B5EF4-FFF2-40B4-BE49-F238E27FC236}">
                <a16:creationId xmlns:a16="http://schemas.microsoft.com/office/drawing/2014/main" id="{ECCC17EB-7FB9-E9DE-0CA9-F989FFC66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2" y="5995023"/>
            <a:ext cx="2743196" cy="61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hat are Steganography Attacks, and Are they a Huge Threat? | TCI  Technologies">
            <a:extLst>
              <a:ext uri="{FF2B5EF4-FFF2-40B4-BE49-F238E27FC236}">
                <a16:creationId xmlns:a16="http://schemas.microsoft.com/office/drawing/2014/main" id="{D3EACFB0-0018-01A4-ACAF-7E7922ABBF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92" r="14186" b="3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A0733-3F2C-80E4-6BA6-30ECB050C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Introduction to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81E9E-5A27-FEB9-BB9B-EC6D6E8F1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Definition: concealing a secret message inside a normal picture</a:t>
            </a:r>
          </a:p>
          <a:p>
            <a:r>
              <a:rPr lang="en-US" sz="2000" dirty="0"/>
              <a:t>Unlike cryptography, it hides the existence of the message itself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656270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olved Background You are to write programs to find and | Chegg.com">
            <a:extLst>
              <a:ext uri="{FF2B5EF4-FFF2-40B4-BE49-F238E27FC236}">
                <a16:creationId xmlns:a16="http://schemas.microsoft.com/office/drawing/2014/main" id="{645C5382-2BDF-F124-CD8D-BE0D522A21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75" b="336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BCA71-3F57-1280-BBB7-F3406EEF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Project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C10F-AF25-1335-21B8-75A2D83A5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Goal: creating a python program that can encode and decode a text in an image</a:t>
            </a:r>
          </a:p>
          <a:p>
            <a:r>
              <a:rPr lang="en-US" sz="2000"/>
              <a:t>Requirements: must be created with basic programming functions without using libraries</a:t>
            </a:r>
          </a:p>
          <a:p>
            <a:r>
              <a:rPr lang="en-US" sz="2000"/>
              <a:t>Type of data: the image has to be .BMP</a:t>
            </a:r>
          </a:p>
        </p:txBody>
      </p:sp>
    </p:spTree>
    <p:extLst>
      <p:ext uri="{BB962C8B-B14F-4D97-AF65-F5344CB8AC3E}">
        <p14:creationId xmlns:p14="http://schemas.microsoft.com/office/powerpoint/2010/main" val="540266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EDFB7A-53BD-A461-1EC4-67CE49075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High level app mechanisms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86336-06F9-9815-168D-0A9E6B0C5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Method: least significant bit steganography</a:t>
            </a:r>
          </a:p>
          <a:p>
            <a:pPr lvl="1"/>
            <a:r>
              <a:rPr lang="en-US" sz="2200"/>
              <a:t>The messages bits are put into the LSB of the image's pixel bytes</a:t>
            </a:r>
          </a:p>
          <a:p>
            <a:pPr lvl="1"/>
            <a:r>
              <a:rPr lang="en-US" sz="2200"/>
              <a:t>Editing LSB causes minimal changes to the pixels making it unnoticeable to the human eye</a:t>
            </a:r>
          </a:p>
          <a:p>
            <a:pPr lvl="1"/>
            <a:endParaRPr lang="en-US" sz="2200"/>
          </a:p>
          <a:p>
            <a:pPr lvl="1"/>
            <a:endParaRPr lang="en-US" sz="2200"/>
          </a:p>
        </p:txBody>
      </p:sp>
      <p:pic>
        <p:nvPicPr>
          <p:cNvPr id="4" name="Picture 3" descr="What Is Steganography? | WIRED">
            <a:extLst>
              <a:ext uri="{FF2B5EF4-FFF2-40B4-BE49-F238E27FC236}">
                <a16:creationId xmlns:a16="http://schemas.microsoft.com/office/drawing/2014/main" id="{5296D503-83C7-2DE4-3B4D-34EB88AEA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381887"/>
            <a:ext cx="5458968" cy="409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954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6AA34F-C459-C599-00B8-1FEDC0EE3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3400"/>
              <a:t>Encoding 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C3D6A-B9C6-1AE0-6E5E-A2C45202A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/>
              <a:t>Prepare data: convert text and delimiter into bits</a:t>
            </a:r>
          </a:p>
          <a:p>
            <a:r>
              <a:rPr lang="en-US" sz="1800"/>
              <a:t>Find start: read image file and find where the picture data starts</a:t>
            </a:r>
          </a:p>
          <a:p>
            <a:r>
              <a:rPr lang="en-US" sz="1800"/>
              <a:t>Check size: make sure the message is not too long for the image</a:t>
            </a:r>
          </a:p>
          <a:p>
            <a:r>
              <a:rPr lang="en-US" sz="1800"/>
              <a:t>Replace bits: loop through picture data, replacing the last bit of each pixel byte with one bit of the message</a:t>
            </a:r>
          </a:p>
          <a:p>
            <a:r>
              <a:rPr lang="en-US" sz="1800"/>
              <a:t>Save: save the ne encoded image</a:t>
            </a:r>
          </a:p>
        </p:txBody>
      </p:sp>
      <p:pic>
        <p:nvPicPr>
          <p:cNvPr id="4" name="Picture 3" descr="Под изображением Моны Лизы Леонардо да Винчи обнаружили рисунокПод  изображением Моны Лизы Леонардо да Винчи обнаружили рисунок">
            <a:extLst>
              <a:ext uri="{FF2B5EF4-FFF2-40B4-BE49-F238E27FC236}">
                <a16:creationId xmlns:a16="http://schemas.microsoft.com/office/drawing/2014/main" id="{FBF05E20-238E-47F6-07B1-3FA2C8EFCC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13" r="16363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1718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EB57F-E677-07F0-960E-1A92275F9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/>
              <a:t>decoding</a:t>
            </a:r>
          </a:p>
        </p:txBody>
      </p:sp>
      <p:pic>
        <p:nvPicPr>
          <p:cNvPr id="5" name="Picture 4" descr="What is Steganography? How Hackers Hide Malware on Websites">
            <a:extLst>
              <a:ext uri="{FF2B5EF4-FFF2-40B4-BE49-F238E27FC236}">
                <a16:creationId xmlns:a16="http://schemas.microsoft.com/office/drawing/2014/main" id="{7B259F58-37E7-BB98-001F-F0852A4867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21" b="27724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3EC53-4CC3-CA05-F23E-20FC6D864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400"/>
              <a:t>Read image: open the encoded image</a:t>
            </a:r>
          </a:p>
          <a:p>
            <a:r>
              <a:rPr lang="en-US" sz="1400"/>
              <a:t>Collect bits: start going through picture data and extract only the last bit from every byte</a:t>
            </a:r>
          </a:p>
          <a:p>
            <a:r>
              <a:rPr lang="en-US" sz="1400"/>
              <a:t>Look for end: keep extracting until the delimiter is found</a:t>
            </a:r>
          </a:p>
          <a:p>
            <a:r>
              <a:rPr lang="en-US" sz="1400"/>
              <a:t>Convert back to text and print: </a:t>
            </a:r>
          </a:p>
          <a:p>
            <a:pPr lvl="1"/>
            <a:r>
              <a:rPr lang="en-US" sz="1400"/>
              <a:t>Remove delimiter bits</a:t>
            </a:r>
          </a:p>
          <a:p>
            <a:pPr lvl="1"/>
            <a:r>
              <a:rPr lang="en-US" sz="1400"/>
              <a:t>Group to 8 bit blocks</a:t>
            </a:r>
          </a:p>
          <a:p>
            <a:pPr lvl="1"/>
            <a:r>
              <a:rPr lang="en-US" sz="1400"/>
              <a:t>Turn to bytes then to text</a:t>
            </a:r>
          </a:p>
          <a:p>
            <a:pPr lvl="1"/>
            <a:r>
              <a:rPr lang="en-US" sz="1400" dirty="0"/>
              <a:t>Print final message found</a:t>
            </a:r>
          </a:p>
        </p:txBody>
      </p:sp>
    </p:spTree>
    <p:extLst>
      <p:ext uri="{BB962C8B-B14F-4D97-AF65-F5344CB8AC3E}">
        <p14:creationId xmlns:p14="http://schemas.microsoft.com/office/powerpoint/2010/main" val="402158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Content Placeholder 3" descr="Application Development Approaches Explained">
            <a:extLst>
              <a:ext uri="{FF2B5EF4-FFF2-40B4-BE49-F238E27FC236}">
                <a16:creationId xmlns:a16="http://schemas.microsoft.com/office/drawing/2014/main" id="{AD20D100-8949-FA4F-8704-1F2E05E872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2978" r="20148" b="1"/>
          <a:stretch>
            <a:fillRect/>
          </a:stretch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A63AF-A0DF-D02D-B28C-4BE2E8269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63" y="1115219"/>
            <a:ext cx="5505449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>
                <a:solidFill>
                  <a:schemeClr val="bg1"/>
                </a:solidFill>
              </a:rPr>
              <a:t>How to use the application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74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1685E-0CC4-E9CB-D545-524010D5B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/>
              <a:t>Running the program</a:t>
            </a:r>
          </a:p>
        </p:txBody>
      </p:sp>
      <p:pic>
        <p:nvPicPr>
          <p:cNvPr id="4" name="Picture 3" descr="Web Application Development Services - Partner With UnionLogix">
            <a:extLst>
              <a:ext uri="{FF2B5EF4-FFF2-40B4-BE49-F238E27FC236}">
                <a16:creationId xmlns:a16="http://schemas.microsoft.com/office/drawing/2014/main" id="{676576F9-3396-117F-8444-0E13F6C810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09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DDBA4-9631-EAEF-31D4-3D4E9ED23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/>
              <a:t>Open python application</a:t>
            </a:r>
          </a:p>
          <a:p>
            <a:r>
              <a:rPr lang="en-US" sz="1800"/>
              <a:t>Run the code</a:t>
            </a:r>
          </a:p>
          <a:p>
            <a:r>
              <a:rPr lang="en-US" sz="1800"/>
              <a:t>Choose: a.encode , b.decode , c.exit</a:t>
            </a:r>
          </a:p>
        </p:txBody>
      </p:sp>
    </p:spTree>
    <p:extLst>
      <p:ext uri="{BB962C8B-B14F-4D97-AF65-F5344CB8AC3E}">
        <p14:creationId xmlns:p14="http://schemas.microsoft.com/office/powerpoint/2010/main" val="1596836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ired4Precision - Web application development">
            <a:extLst>
              <a:ext uri="{FF2B5EF4-FFF2-40B4-BE49-F238E27FC236}">
                <a16:creationId xmlns:a16="http://schemas.microsoft.com/office/drawing/2014/main" id="{E5836B9C-9AA7-D711-14A1-76FDDB917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0" r="2" b="2"/>
          <a:stretch>
            <a:fillRect/>
          </a:stretch>
        </p:blipFill>
        <p:spPr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F1955-34F8-6C45-CCF4-0532A2C67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5728"/>
          </a:xfrm>
        </p:spPr>
        <p:txBody>
          <a:bodyPr anchor="b">
            <a:normAutofit/>
          </a:bodyPr>
          <a:lstStyle/>
          <a:p>
            <a:r>
              <a:rPr lang="en-US" sz="2800"/>
              <a:t>Encoding 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77234-77D0-B975-65C2-25C96FC4D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/>
              <a:t>Choose a</a:t>
            </a:r>
          </a:p>
          <a:p>
            <a:r>
              <a:rPr lang="en-US" sz="1700"/>
              <a:t>Enter the path for the image from your computer</a:t>
            </a:r>
          </a:p>
          <a:p>
            <a:r>
              <a:rPr lang="en-US" sz="1700"/>
              <a:t>Enter the path you want the new image saved</a:t>
            </a:r>
          </a:p>
          <a:p>
            <a:r>
              <a:rPr lang="en-US" sz="1700"/>
              <a:t>Type in your message or enter the file that contains the message</a:t>
            </a:r>
          </a:p>
        </p:txBody>
      </p:sp>
    </p:spTree>
    <p:extLst>
      <p:ext uri="{BB962C8B-B14F-4D97-AF65-F5344CB8AC3E}">
        <p14:creationId xmlns:p14="http://schemas.microsoft.com/office/powerpoint/2010/main" val="1449070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6802-1667-69B3-5A51-37E11CA6A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n-US" sz="4000"/>
              <a:t>Decode </a:t>
            </a:r>
          </a:p>
        </p:txBody>
      </p:sp>
      <p:pic>
        <p:nvPicPr>
          <p:cNvPr id="4" name="Picture 3" descr="What is web application development | Wezom Company">
            <a:extLst>
              <a:ext uri="{FF2B5EF4-FFF2-40B4-BE49-F238E27FC236}">
                <a16:creationId xmlns:a16="http://schemas.microsoft.com/office/drawing/2014/main" id="{1CCB528D-08F9-D6DB-AA55-BEEA055B4D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87" r="18630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56142-7443-1F06-CC29-6A6D310A2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Choose b</a:t>
            </a:r>
          </a:p>
          <a:p>
            <a:r>
              <a:rPr lang="en-US" sz="1800"/>
              <a:t>Enter the path for the image containing the secret message</a:t>
            </a:r>
          </a:p>
          <a:p>
            <a:r>
              <a:rPr lang="en-US" sz="1800"/>
              <a:t>The application extracts the message and prints it for the user to see it</a:t>
            </a:r>
          </a:p>
        </p:txBody>
      </p:sp>
    </p:spTree>
    <p:extLst>
      <p:ext uri="{BB962C8B-B14F-4D97-AF65-F5344CB8AC3E}">
        <p14:creationId xmlns:p14="http://schemas.microsoft.com/office/powerpoint/2010/main" val="3875736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97C7F-88F6-69E9-9E1D-9D771476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Unit testing table</a:t>
            </a:r>
          </a:p>
        </p:txBody>
      </p:sp>
      <p:pic>
        <p:nvPicPr>
          <p:cNvPr id="4" name="Content Placeholder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3AC537E-3488-D8FE-F12D-FA8602E25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8271" y="1675227"/>
            <a:ext cx="767545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885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4E69BD-D204-3C28-50B8-E20F77D16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Git Hub link</a:t>
            </a:r>
            <a:endParaRPr lang="en-US" sz="4800" kern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49BA9-53A8-4E06-F6FC-1D691B31F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https://github.com/sameh-06/youssef-sameh-course-work-1.git</a:t>
            </a:r>
          </a:p>
        </p:txBody>
      </p:sp>
    </p:spTree>
    <p:extLst>
      <p:ext uri="{BB962C8B-B14F-4D97-AF65-F5344CB8AC3E}">
        <p14:creationId xmlns:p14="http://schemas.microsoft.com/office/powerpoint/2010/main" val="2542126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hat Is A Web Application? A Smarter Path For Founders">
            <a:extLst>
              <a:ext uri="{FF2B5EF4-FFF2-40B4-BE49-F238E27FC236}">
                <a16:creationId xmlns:a16="http://schemas.microsoft.com/office/drawing/2014/main" id="{1897B518-9839-5E52-CE89-8730E4DFB5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67" r="3023"/>
          <a:stretch>
            <a:fillRect/>
          </a:stretch>
        </p:blipFill>
        <p:spPr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7B069-1F34-F787-6DBD-13DBA1BA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5728"/>
          </a:xfrm>
        </p:spPr>
        <p:txBody>
          <a:bodyPr anchor="b">
            <a:normAutofit/>
          </a:bodyPr>
          <a:lstStyle/>
          <a:p>
            <a:r>
              <a:rPr lang="en-US" sz="2800"/>
              <a:t>Time complexity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898BE-CD1D-4355-BC63-454909595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/>
              <a:t>Encoding: </a:t>
            </a:r>
          </a:p>
          <a:p>
            <a:r>
              <a:rPr lang="en-US" sz="1700"/>
              <a:t>O(n)  because the biggest step that happens is the for loop going through the image pixel bytes</a:t>
            </a:r>
          </a:p>
          <a:p>
            <a:r>
              <a:rPr lang="en-US" sz="1700"/>
              <a:t>Decoding:</a:t>
            </a:r>
          </a:p>
          <a:p>
            <a:r>
              <a:rPr lang="en-US" sz="1700"/>
              <a:t>O(n) because the biggest step is the loop going through pixel bytes until the delimiter is found</a:t>
            </a:r>
          </a:p>
        </p:txBody>
      </p:sp>
    </p:spTree>
    <p:extLst>
      <p:ext uri="{BB962C8B-B14F-4D97-AF65-F5344CB8AC3E}">
        <p14:creationId xmlns:p14="http://schemas.microsoft.com/office/powerpoint/2010/main" val="325597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CAF851-06C1-32C2-E061-8B07D3318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 dirty="0"/>
              <a:t>Conclusion </a:t>
            </a:r>
          </a:p>
        </p:txBody>
      </p:sp>
      <p:pic>
        <p:nvPicPr>
          <p:cNvPr id="4" name="Picture 3" descr="We hide the secret in the picture. Steganography - HackYourMom">
            <a:extLst>
              <a:ext uri="{FF2B5EF4-FFF2-40B4-BE49-F238E27FC236}">
                <a16:creationId xmlns:a16="http://schemas.microsoft.com/office/drawing/2014/main" id="{D3250224-2940-434F-303B-743B80DA14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75" b="-2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AC843-11E5-CCF9-9827-19AC4245A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9485" y="1953420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Result: successfully built a working steganography program only suing simple python</a:t>
            </a:r>
          </a:p>
          <a:p>
            <a:r>
              <a:rPr lang="en-US" sz="2000"/>
              <a:t>Skills learnt: file handling, and learning new file formats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06847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47D7-0823-D632-DA19-DD7CD0195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/>
              <a:t>Thank you </a:t>
            </a:r>
          </a:p>
        </p:txBody>
      </p:sp>
      <p:pic>
        <p:nvPicPr>
          <p:cNvPr id="4" name="Content Placeholder 3" descr="Steganography in Kali Linux - Hiding data in image - blackMORE Ops">
            <a:extLst>
              <a:ext uri="{FF2B5EF4-FFF2-40B4-BE49-F238E27FC236}">
                <a16:creationId xmlns:a16="http://schemas.microsoft.com/office/drawing/2014/main" id="{574D3FEB-B698-788E-A1DC-9E42C95C8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091" r="-2" b="3255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4259537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Image-Based Text Steganography Using Basic Python</vt:lpstr>
      <vt:lpstr>Introduction to steganography</vt:lpstr>
      <vt:lpstr>Project purpose</vt:lpstr>
      <vt:lpstr>High level app mechanisms</vt:lpstr>
      <vt:lpstr>Encoding </vt:lpstr>
      <vt:lpstr>decoding</vt:lpstr>
      <vt:lpstr>How to use the application</vt:lpstr>
      <vt:lpstr>Running the program</vt:lpstr>
      <vt:lpstr>Encoding </vt:lpstr>
      <vt:lpstr>Decode </vt:lpstr>
      <vt:lpstr>Unit testing table</vt:lpstr>
      <vt:lpstr>Git Hub link</vt:lpstr>
      <vt:lpstr>Time complexity</vt:lpstr>
      <vt:lpstr>Conclusion </vt:lpstr>
      <vt:lpstr>Thank you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260</cp:revision>
  <dcterms:created xsi:type="dcterms:W3CDTF">2025-12-14T15:36:37Z</dcterms:created>
  <dcterms:modified xsi:type="dcterms:W3CDTF">2025-12-14T21:27:49Z</dcterms:modified>
</cp:coreProperties>
</file>