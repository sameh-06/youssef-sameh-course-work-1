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27BAE3-3EA9-637E-FAAF-CA0174DC239A}" v="891" dt="2025-12-14T16:06:43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iding in Plain Sight: How Malware Can Be Concealed Using Steganography in  Images?">
            <a:extLst>
              <a:ext uri="{FF2B5EF4-FFF2-40B4-BE49-F238E27FC236}">
                <a16:creationId xmlns:a16="http://schemas.microsoft.com/office/drawing/2014/main" id="{501087FD-4A39-DC7D-51B5-79ECAA5C6E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551" b="811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ea typeface="+mj-lt"/>
                <a:cs typeface="+mj-lt"/>
              </a:rPr>
              <a:t>Image-Based Text Steganography Using Basic Python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Youssef sameh</a:t>
            </a:r>
          </a:p>
          <a:p>
            <a:r>
              <a:rPr lang="en-US">
                <a:solidFill>
                  <a:srgbClr val="FFFFFF"/>
                </a:solidFill>
              </a:rPr>
              <a:t>202400436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TKH Logos">
            <a:extLst>
              <a:ext uri="{FF2B5EF4-FFF2-40B4-BE49-F238E27FC236}">
                <a16:creationId xmlns:a16="http://schemas.microsoft.com/office/drawing/2014/main" id="{ECCC17EB-7FB9-E9DE-0CA9-F989FFC66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2" y="5995023"/>
            <a:ext cx="2743196" cy="61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at are Steganography Attacks, and Are they a Huge Threat? | TCI  Technologies">
            <a:extLst>
              <a:ext uri="{FF2B5EF4-FFF2-40B4-BE49-F238E27FC236}">
                <a16:creationId xmlns:a16="http://schemas.microsoft.com/office/drawing/2014/main" id="{D3EACFB0-0018-01A4-ACAF-7E7922ABBF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92" r="14186" b="3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A0733-3F2C-80E4-6BA6-30ECB050C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Introduction to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81E9E-5A27-FEB9-BB9B-EC6D6E8F1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Definition: concealing a secret message inside a normal picture</a:t>
            </a:r>
          </a:p>
          <a:p>
            <a:r>
              <a:rPr lang="en-US" sz="2000" dirty="0"/>
              <a:t>Unlike cryptography, it hides the existence of the message itself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56270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olved Background You are to write programs to find and | Chegg.com">
            <a:extLst>
              <a:ext uri="{FF2B5EF4-FFF2-40B4-BE49-F238E27FC236}">
                <a16:creationId xmlns:a16="http://schemas.microsoft.com/office/drawing/2014/main" id="{645C5382-2BDF-F124-CD8D-BE0D522A21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5" b="336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BCA71-3F57-1280-BBB7-F3406EEF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Project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C10F-AF25-1335-21B8-75A2D83A5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Goal: creating a python program that can encode and decode a text in an image</a:t>
            </a:r>
          </a:p>
          <a:p>
            <a:r>
              <a:rPr lang="en-US" sz="2000"/>
              <a:t>Requirements: must be created with basic programming functions without using libraries</a:t>
            </a:r>
          </a:p>
          <a:p>
            <a:r>
              <a:rPr lang="en-US" sz="2000"/>
              <a:t>Type of data: the image has to be .BMP</a:t>
            </a:r>
          </a:p>
        </p:txBody>
      </p:sp>
    </p:spTree>
    <p:extLst>
      <p:ext uri="{BB962C8B-B14F-4D97-AF65-F5344CB8AC3E}">
        <p14:creationId xmlns:p14="http://schemas.microsoft.com/office/powerpoint/2010/main" val="54026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DFB7A-53BD-A461-1EC4-67CE49075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High level app mechanisms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86336-06F9-9815-168D-0A9E6B0C5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Method: least significant bit steganography</a:t>
            </a:r>
          </a:p>
          <a:p>
            <a:pPr lvl="1"/>
            <a:r>
              <a:rPr lang="en-US" sz="2200"/>
              <a:t>The messages bits are put into the LSB of the image's pixel bytes</a:t>
            </a:r>
          </a:p>
          <a:p>
            <a:pPr lvl="1"/>
            <a:r>
              <a:rPr lang="en-US" sz="2200"/>
              <a:t>Editing LSB causes minimal changes to the pixels making it unnoticeable to the human eye</a:t>
            </a:r>
          </a:p>
          <a:p>
            <a:pPr lvl="1"/>
            <a:endParaRPr lang="en-US" sz="2200"/>
          </a:p>
          <a:p>
            <a:pPr lvl="1"/>
            <a:endParaRPr lang="en-US" sz="2200"/>
          </a:p>
        </p:txBody>
      </p:sp>
      <p:pic>
        <p:nvPicPr>
          <p:cNvPr id="4" name="Picture 3" descr="What Is Steganography? | WIRED">
            <a:extLst>
              <a:ext uri="{FF2B5EF4-FFF2-40B4-BE49-F238E27FC236}">
                <a16:creationId xmlns:a16="http://schemas.microsoft.com/office/drawing/2014/main" id="{5296D503-83C7-2DE4-3B4D-34EB88AEA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381887"/>
            <a:ext cx="5458968" cy="409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95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AA34F-C459-C599-00B8-1FEDC0EE3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/>
              <a:t>Encoding 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3D6A-B9C6-1AE0-6E5E-A2C45202A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/>
              <a:t>Prepare data: convert text and delimiter into bits</a:t>
            </a:r>
          </a:p>
          <a:p>
            <a:r>
              <a:rPr lang="en-US" sz="1800"/>
              <a:t>Find start: read image file and find where the picture data starts</a:t>
            </a:r>
          </a:p>
          <a:p>
            <a:r>
              <a:rPr lang="en-US" sz="1800"/>
              <a:t>Check size: make sure the message is not too long for the image</a:t>
            </a:r>
          </a:p>
          <a:p>
            <a:r>
              <a:rPr lang="en-US" sz="1800"/>
              <a:t>Replace bits: loop through picture data, replacing the last bit of each pixel byte with one bit of the message</a:t>
            </a:r>
          </a:p>
          <a:p>
            <a:r>
              <a:rPr lang="en-US" sz="1800"/>
              <a:t>Save: save the ne encoded image</a:t>
            </a:r>
          </a:p>
        </p:txBody>
      </p:sp>
      <p:pic>
        <p:nvPicPr>
          <p:cNvPr id="4" name="Picture 3" descr="Под изображением Моны Лизы Леонардо да Винчи обнаружили рисунокПод  изображением Моны Лизы Леонардо да Винчи обнаружили рисунок">
            <a:extLst>
              <a:ext uri="{FF2B5EF4-FFF2-40B4-BE49-F238E27FC236}">
                <a16:creationId xmlns:a16="http://schemas.microsoft.com/office/drawing/2014/main" id="{FBF05E20-238E-47F6-07B1-3FA2C8EFCC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13" r="16363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171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B57F-E677-07F0-960E-1A92275F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decoding</a:t>
            </a:r>
          </a:p>
        </p:txBody>
      </p:sp>
      <p:pic>
        <p:nvPicPr>
          <p:cNvPr id="5" name="Picture 4" descr="What is Steganography? How Hackers Hide Malware on Websites">
            <a:extLst>
              <a:ext uri="{FF2B5EF4-FFF2-40B4-BE49-F238E27FC236}">
                <a16:creationId xmlns:a16="http://schemas.microsoft.com/office/drawing/2014/main" id="{7B259F58-37E7-BB98-001F-F0852A48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1" b="27724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3EC53-4CC3-CA05-F23E-20FC6D864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/>
              <a:t>Read image: open the encoded image</a:t>
            </a:r>
          </a:p>
          <a:p>
            <a:r>
              <a:rPr lang="en-US" sz="1400"/>
              <a:t>Collect bits: start going through picture data and extract only the last bit from every byte</a:t>
            </a:r>
          </a:p>
          <a:p>
            <a:r>
              <a:rPr lang="en-US" sz="1400"/>
              <a:t>Look for end: keep extracting until the delimiter is found</a:t>
            </a:r>
          </a:p>
          <a:p>
            <a:r>
              <a:rPr lang="en-US" sz="1400"/>
              <a:t>Convert back to text and print: </a:t>
            </a:r>
          </a:p>
          <a:p>
            <a:pPr lvl="1"/>
            <a:r>
              <a:rPr lang="en-US" sz="1400"/>
              <a:t>Remove delimiter bits</a:t>
            </a:r>
          </a:p>
          <a:p>
            <a:pPr lvl="1"/>
            <a:r>
              <a:rPr lang="en-US" sz="1400"/>
              <a:t>Group to 8 bit blocks</a:t>
            </a:r>
          </a:p>
          <a:p>
            <a:pPr lvl="1"/>
            <a:r>
              <a:rPr lang="en-US" sz="1400"/>
              <a:t>Turn to bytes then to text</a:t>
            </a:r>
          </a:p>
          <a:p>
            <a:pPr lvl="1"/>
            <a:r>
              <a:rPr lang="en-US" sz="1400"/>
              <a:t>Print final message found</a:t>
            </a:r>
          </a:p>
        </p:txBody>
      </p:sp>
    </p:spTree>
    <p:extLst>
      <p:ext uri="{BB962C8B-B14F-4D97-AF65-F5344CB8AC3E}">
        <p14:creationId xmlns:p14="http://schemas.microsoft.com/office/powerpoint/2010/main" val="40215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AF851-06C1-32C2-E061-8B07D331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 dirty="0"/>
              <a:t>Conclusion </a:t>
            </a:r>
          </a:p>
        </p:txBody>
      </p:sp>
      <p:pic>
        <p:nvPicPr>
          <p:cNvPr id="4" name="Picture 3" descr="We hide the secret in the picture. Steganography - HackYourMom">
            <a:extLst>
              <a:ext uri="{FF2B5EF4-FFF2-40B4-BE49-F238E27FC236}">
                <a16:creationId xmlns:a16="http://schemas.microsoft.com/office/drawing/2014/main" id="{D3250224-2940-434F-303B-743B80DA1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75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AC843-11E5-CCF9-9827-19AC4245A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9485" y="1953420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Result: successfully built a working steganography program only suing simple python</a:t>
            </a:r>
          </a:p>
          <a:p>
            <a:r>
              <a:rPr lang="en-US" sz="2000"/>
              <a:t>Skills learnt: file handling, and learning new file formats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06847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47D7-0823-D632-DA19-DD7CD019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Thank you </a:t>
            </a:r>
          </a:p>
        </p:txBody>
      </p:sp>
      <p:pic>
        <p:nvPicPr>
          <p:cNvPr id="4" name="Content Placeholder 3" descr="Steganography in Kali Linux - Hiding data in image - blackMORE Ops">
            <a:extLst>
              <a:ext uri="{FF2B5EF4-FFF2-40B4-BE49-F238E27FC236}">
                <a16:creationId xmlns:a16="http://schemas.microsoft.com/office/drawing/2014/main" id="{574D3FEB-B698-788E-A1DC-9E42C95C8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091" r="-2" b="3255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259537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Image-Based Text Steganography Using Basic Python</vt:lpstr>
      <vt:lpstr>Introduction to steganography</vt:lpstr>
      <vt:lpstr>Project purpose</vt:lpstr>
      <vt:lpstr>High level app mechanisms</vt:lpstr>
      <vt:lpstr>Encoding </vt:lpstr>
      <vt:lpstr>decoding</vt:lpstr>
      <vt:lpstr>Conclusion </vt:lpstr>
      <vt:lpstr>Thank you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178</cp:revision>
  <dcterms:created xsi:type="dcterms:W3CDTF">2025-12-14T15:36:37Z</dcterms:created>
  <dcterms:modified xsi:type="dcterms:W3CDTF">2025-12-14T16:08:29Z</dcterms:modified>
</cp:coreProperties>
</file>